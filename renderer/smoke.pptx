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032000" cy="1143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000" y="127000"/>
            <a:ext cx="1778000" cy="635000"/>
          </a:xfrm>
          <a:prstGeom prst="rect">
            <a:avLst/>
          </a:prstGeom>
          <a:noFill/>
        </p:spPr>
        <p:txBody>
          <a:bodyPr wrap="none" lIns="25400" rIns="25400" tIns="25400" bIns="25400">
            <a:no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latin typeface="Noto Sans CJK SC"/>
                <a:ea typeface="Noto Sans CJK SC"/>
              </a:rPr>
              <a:t>Scene readiness 中文 123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